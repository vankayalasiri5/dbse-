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96F4FC-3DD2-C0B0-C339-1A4FD2778B44}" v="8" dt="2026-09-11T08:18:27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75520" y="457200"/>
            <a:ext cx="411480" cy="1097280"/>
          </a:xfrm>
          <a:prstGeom prst="round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61320" y="457200"/>
            <a:ext cx="411480" cy="109728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247120" y="457200"/>
            <a:ext cx="411480" cy="1097280"/>
          </a:xfrm>
          <a:prstGeom prst="round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18805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EF2FF"/>
                </a:solidFill>
                <a:latin typeface="Arial"/>
              </a:defRPr>
            </a:pPr>
            <a:r>
              <a:t>StreamEase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3317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2D3EE"/>
                </a:solidFill>
                <a:latin typeface="Arial"/>
              </a:defRPr>
            </a:pPr>
            <a:r>
              <a:t>Media &amp; Entertainment Subscriber Self-Service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5212080" cy="123444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794760"/>
            <a:ext cx="73152" cy="123444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9593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Project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312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Frontend prototype with subscriber login, browsing, recommendations, watchlist, history and subscription management.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212080" cy="123444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379476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39593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45312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HTML • CSS • JavaScript</a:t>
            </a:r>
            <a:br/>
            <a:r>
              <a:t>Responsive single-page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Subscribers need one place to discover Telugu entertainment and manage their viewing experience.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Common tasks such as browsing, searching, saving titles and checking viewing history can be scattered across services.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Subscription and profile actions should be easy to access without depending on customer support.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StreamEase addresses this with a self-service entertainment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3.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14173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141732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29967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Browse Telugu movies, web series, TV shows and music.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14173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1417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Personalize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29967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Use genre, mood, ratings and viewing history for recommendations.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74720" cy="14173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73152" cy="14173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Self-Service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29967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Manage profile, preferences, watchlist, history and subscription.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3474720" cy="14173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73152" cy="1417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31927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13048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Search by title, genre or content category.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154680"/>
            <a:ext cx="3474720" cy="14173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3154680"/>
            <a:ext cx="73152" cy="141732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331927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Responsive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813048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Support desktop, tablet and mobile layouts.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154680"/>
            <a:ext cx="3474720" cy="14173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3154680"/>
            <a:ext cx="73152" cy="14173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331927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Demonstrate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813048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Show actual frontend interactions suitable for Review 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4.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StreamEase is a browser-based self-service platform for entertainment subscribers.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Users can register or log in and reach a centralized dashboard.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Core flow: Login → Home Dashboard → Discover/Search → Watchlist/History → Recommendations → Subscription/Profile.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Frontend interactions are implemented in JavaScript; the current prototype uses in-memory demo state and sample records.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External OTT links are provided for Netflix, Prime Video, aha and JioHotstar.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5.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Frontend prototype architecture shown at a level suitable for Review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325880"/>
            <a:ext cx="9875520" cy="9601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325880"/>
            <a:ext cx="73152" cy="96012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490472"/>
            <a:ext cx="9464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User /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84248"/>
            <a:ext cx="9464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Login • Register • Dashboard • Forms • Navigation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468880"/>
            <a:ext cx="9875520" cy="9601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2468880"/>
            <a:ext cx="73152" cy="960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633472"/>
            <a:ext cx="9464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27248"/>
            <a:ext cx="9464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HTML pages/sections • CSS responsive UI • Cards • Tables • Modals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11880"/>
            <a:ext cx="9875520" cy="9601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3611880"/>
            <a:ext cx="73152" cy="9601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3776472"/>
            <a:ext cx="9464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Application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70248"/>
            <a:ext cx="9464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JavaScript functions • Search • Filters • Recommendations • Watchlist •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754880"/>
            <a:ext cx="9875520" cy="9601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3000" y="4754880"/>
            <a:ext cx="73152" cy="96012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919472"/>
            <a:ext cx="9464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Data Layer (Prototype)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413248"/>
            <a:ext cx="9464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JavaScript arrays/state • movies[] • user state • notifications • transactions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715000" y="2267712"/>
            <a:ext cx="502920" cy="320040"/>
          </a:xfrm>
          <a:prstGeom prst="downArrow">
            <a:avLst/>
          </a:prstGeom>
          <a:solidFill>
            <a:srgbClr val="AAB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own Arrow 20"/>
          <p:cNvSpPr/>
          <p:nvPr/>
        </p:nvSpPr>
        <p:spPr>
          <a:xfrm>
            <a:off x="5715000" y="3410712"/>
            <a:ext cx="502920" cy="320040"/>
          </a:xfrm>
          <a:prstGeom prst="downArrow">
            <a:avLst/>
          </a:prstGeom>
          <a:solidFill>
            <a:srgbClr val="AAB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5715000" y="4553712"/>
            <a:ext cx="502920" cy="320040"/>
          </a:xfrm>
          <a:prstGeom prst="downArrow">
            <a:avLst/>
          </a:prstGeom>
          <a:solidFill>
            <a:srgbClr val="AAB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6. Modules / Functionalities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5166360" cy="932688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73152" cy="932688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44751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4754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Login, registration, forgot-password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166360" cy="932688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73152" cy="9326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444751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4754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Dashboard, watch time, completed titles,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0591"/>
            <a:ext cx="5166360" cy="932688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450591"/>
            <a:ext cx="73152" cy="932688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615184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Browse &amp;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754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Category/genre filters, sorting, keyword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450591"/>
            <a:ext cx="5166360" cy="932688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2450591"/>
            <a:ext cx="73152" cy="932688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615184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Watchlist &amp;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59"/>
            <a:ext cx="4754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Save titles, continue watching, remove/clear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21024"/>
            <a:ext cx="5166360" cy="932688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621024"/>
            <a:ext cx="73152" cy="9326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785615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79392"/>
            <a:ext cx="4754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Preference-, mood-, rating- and history-based ranking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21024"/>
            <a:ext cx="5166360" cy="932688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3621024"/>
            <a:ext cx="73152" cy="932688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785615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Subscription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279392"/>
            <a:ext cx="4754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Plans, active plan, renewal/cancel demo, transaction history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791456"/>
            <a:ext cx="5166360" cy="932688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4791456"/>
            <a:ext cx="73152" cy="932688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Profile &amp; Preferences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9824"/>
            <a:ext cx="4754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Edit profile, password demo, genres, language, notifications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791456"/>
            <a:ext cx="5166360" cy="932688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4791456"/>
            <a:ext cx="73152" cy="9326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495604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Notifications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449824"/>
            <a:ext cx="4754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Alerts, mark read, mark all read, clear notifications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7. Frontend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2606040" cy="182880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Home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Welcome dashboard</a:t>
            </a:r>
            <a:br/>
            <a:r>
              <a:t>Quick stats</a:t>
            </a:r>
            <a:br/>
            <a:r>
              <a:t>Continue Watching</a:t>
            </a:r>
            <a:br/>
            <a:r>
              <a:t>Recommended for You</a:t>
            </a:r>
            <a:br/>
            <a:r>
              <a:t>Time-based content 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25880"/>
            <a:ext cx="2606040" cy="182880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325880"/>
            <a:ext cx="73152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49047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Login /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84248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Email + password login</a:t>
            </a:r>
            <a:br/>
            <a:r>
              <a:t>Username/email/mobile registration</a:t>
            </a:r>
            <a:br/>
            <a:r>
              <a:t>Forgot-password confirmation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2606040" cy="182880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73152" cy="18288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9047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84248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Search input</a:t>
            </a:r>
            <a:br/>
            <a:r>
              <a:t>Time input</a:t>
            </a:r>
            <a:br/>
            <a:r>
              <a:t>Profile edit</a:t>
            </a:r>
            <a:br/>
            <a:r>
              <a:t>Preferences</a:t>
            </a:r>
            <a:br/>
            <a:r>
              <a:t>Subscription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325880"/>
            <a:ext cx="2606040" cy="182880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15400" y="1325880"/>
            <a:ext cx="73152" cy="182880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49047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84248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Sidebar navigation</a:t>
            </a:r>
            <a:br/>
            <a:r>
              <a:t>Top search</a:t>
            </a:r>
            <a:br/>
            <a:r>
              <a:t>Alerts</a:t>
            </a:r>
            <a:br/>
            <a:r>
              <a:t>Profile access</a:t>
            </a:r>
            <a:br/>
            <a:r>
              <a:t>Responsive mobile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EF2FF"/>
                </a:solidFill>
                <a:latin typeface="Arial"/>
              </a:defRPr>
            </a:pPr>
            <a:r>
              <a:t>• Dark, professional visual theme with consistent cards and buttons.</a:t>
            </a:r>
          </a:p>
          <a:p>
            <a:pPr>
              <a:spcAft>
                <a:spcPts val="1200"/>
              </a:spcAft>
              <a:defRPr sz="1800">
                <a:solidFill>
                  <a:srgbClr val="EEF2FF"/>
                </a:solidFill>
                <a:latin typeface="Arial"/>
              </a:defRPr>
            </a:pPr>
            <a:r>
              <a:t>• Responsive CSS changes navigation and layouts for smaller screens.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8. Frontend Implementation –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EF2FF"/>
                </a:solidFill>
                <a:latin typeface="Arial"/>
              </a:defRPr>
            </a:pPr>
            <a:r>
              <a:t>• Insert your actual screenshots from the running DBSE2.html prototype on this slide.</a:t>
            </a:r>
          </a:p>
          <a:p>
            <a:pPr>
              <a:spcAft>
                <a:spcPts val="1200"/>
              </a:spcAft>
              <a:defRPr sz="2000">
                <a:solidFill>
                  <a:srgbClr val="EEF2FF"/>
                </a:solidFill>
                <a:latin typeface="Arial"/>
              </a:defRPr>
            </a:pPr>
            <a:r>
              <a:t>• Recommended evidence: Login screen, Home dashboard, Browse/Search, Subscription, Watchlist/History, Profile/Preferences.</a:t>
            </a:r>
          </a:p>
          <a:p>
            <a:pPr>
              <a:spcAft>
                <a:spcPts val="1200"/>
              </a:spcAft>
              <a:defRPr sz="2000">
                <a:solidFill>
                  <a:srgbClr val="EEF2FF"/>
                </a:solidFill>
                <a:latin typeface="Arial"/>
              </a:defRPr>
            </a:pPr>
            <a:r>
              <a:t>• Also capture one interaction: filtering, adding to watchlist, editing profile, or marking a notification as read.</a:t>
            </a:r>
          </a:p>
          <a:p>
            <a:pPr>
              <a:spcAft>
                <a:spcPts val="1200"/>
              </a:spcAft>
              <a:defRPr sz="2000">
                <a:solidFill>
                  <a:srgbClr val="EEF2FF"/>
                </a:solidFill>
                <a:latin typeface="Arial"/>
              </a:defRPr>
            </a:pPr>
            <a:r>
              <a:t>• Do not use placeholder images in the final review PPT.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3017520" cy="1920240"/>
          </a:xfrm>
          <a:prstGeom prst="roundRect">
            <a:avLst/>
          </a:prstGeom>
          <a:solidFill>
            <a:srgbClr val="11182A"/>
          </a:solidFill>
          <a:ln>
            <a:solidFill>
              <a:srgbClr val="76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2519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AB5D1"/>
                </a:solidFill>
                <a:latin typeface="Arial"/>
              </a:defRPr>
            </a:pPr>
            <a:r>
              <a:t>SCREENSHOT 1</a:t>
            </a:r>
            <a:br/>
            <a:r>
              <a:t>Login / Registration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657600"/>
            <a:ext cx="3017520" cy="1920240"/>
          </a:xfrm>
          <a:prstGeom prst="roundRect">
            <a:avLst/>
          </a:prstGeom>
          <a:solidFill>
            <a:srgbClr val="11182A"/>
          </a:solidFill>
          <a:ln>
            <a:solidFill>
              <a:srgbClr val="76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51960" y="42519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AB5D1"/>
                </a:solidFill>
                <a:latin typeface="Arial"/>
              </a:defRPr>
            </a:pPr>
            <a:r>
              <a:t>SCREENSHOT 2</a:t>
            </a:r>
            <a:br/>
            <a:r>
              <a:t>Home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657600"/>
            <a:ext cx="3017520" cy="1920240"/>
          </a:xfrm>
          <a:prstGeom prst="roundRect">
            <a:avLst/>
          </a:prstGeom>
          <a:solidFill>
            <a:srgbClr val="11182A"/>
          </a:solidFill>
          <a:ln>
            <a:solidFill>
              <a:srgbClr val="76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42519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AB5D1"/>
                </a:solidFill>
                <a:latin typeface="Arial"/>
              </a:defRPr>
            </a:pPr>
            <a:r>
              <a:t>SCREENSHOT 3</a:t>
            </a:r>
            <a:br/>
            <a:r>
              <a:t>Browse /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9.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Current uploaded implementation uses JavaScript demo state rather than a persistent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Prototype data is stored in JavaScript arrays/objects inside the frontend.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movies[] stores content metadata such as title, genre, category, rating, year, runtime and description.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state stores watchlist IDs, viewing history, selected mood, preferences and notifications.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Subscription plans and transaction records are generated by frontend functions.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For Review 2, present this as the current prototype data design—not as a completed backend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10. 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Conceptual ER model for the planned persistent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331720" cy="123444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73152" cy="123444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user_id (PK)</a:t>
            </a:r>
            <a:br/>
            <a:r>
              <a:t>name, email, mobile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63040"/>
            <a:ext cx="2331720" cy="123444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0" y="1463040"/>
            <a:ext cx="73152" cy="123444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86200" y="1627632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12140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content_id (PK)</a:t>
            </a:r>
            <a:br/>
            <a:r>
              <a:t>title, genre, rating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2331720" cy="123444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75120" y="146304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627632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SUBSCRIPTION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12140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subscription_id (PK)</a:t>
            </a:r>
            <a:br/>
            <a:r>
              <a:t>plan, start, expiry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331720" cy="123444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1627632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12140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plan_id (PK)</a:t>
            </a:r>
            <a:br/>
            <a:r>
              <a:t>name, price,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3886200"/>
            <a:ext cx="2331720" cy="123444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80160" y="3886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08760" y="4050791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WATCHLIST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4456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watchlist_id (PK)</a:t>
            </a:r>
            <a:br/>
            <a:r>
              <a:t>user_id, content_id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886200"/>
            <a:ext cx="2331720" cy="123444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3886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4050791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WATCH_HISTORY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54456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history_id (PK)</a:t>
            </a:r>
            <a:br/>
            <a:r>
              <a:t>user_id, content_id, progress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886200"/>
            <a:ext cx="2331720" cy="123444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0" y="388620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43800" y="4050791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PREFERENCE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54456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preference_id (PK)</a:t>
            </a:r>
            <a:br/>
            <a:r>
              <a:t>user_id, genre, language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71800" y="2075688"/>
            <a:ext cx="685800" cy="0"/>
          </a:xfrm>
          <a:prstGeom prst="line">
            <a:avLst/>
          </a:prstGeom>
          <a:ln>
            <a:solidFill>
              <a:srgbClr val="AAB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89320" y="2075688"/>
            <a:ext cx="685800" cy="0"/>
          </a:xfrm>
          <a:prstGeom prst="line">
            <a:avLst/>
          </a:prstGeom>
          <a:ln>
            <a:solidFill>
              <a:srgbClr val="AAB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06840" y="2075688"/>
            <a:ext cx="228600" cy="0"/>
          </a:xfrm>
          <a:prstGeom prst="line">
            <a:avLst/>
          </a:prstGeom>
          <a:ln>
            <a:solidFill>
              <a:srgbClr val="AAB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28800" y="2697480"/>
            <a:ext cx="594360" cy="1188720"/>
          </a:xfrm>
          <a:prstGeom prst="line">
            <a:avLst/>
          </a:prstGeom>
          <a:ln>
            <a:solidFill>
              <a:srgbClr val="AAB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800600" y="2697480"/>
            <a:ext cx="640080" cy="1188720"/>
          </a:xfrm>
          <a:prstGeom prst="line">
            <a:avLst/>
          </a:prstGeom>
          <a:ln>
            <a:solidFill>
              <a:srgbClr val="AAB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86400" y="2697480"/>
            <a:ext cx="2834640" cy="1188720"/>
          </a:xfrm>
          <a:prstGeom prst="line">
            <a:avLst/>
          </a:prstGeom>
          <a:ln>
            <a:solidFill>
              <a:srgbClr val="AAB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4059713-8FEA-F1D0-44F8-B0A59A1D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75" y="921224"/>
            <a:ext cx="11273877" cy="59367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11. Database Tables /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Conceptual schema for future persistent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27080" cy="53035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530352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990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KEY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0927080" cy="43891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438912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user_id PK, name, email, mobile, password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13432"/>
            <a:ext cx="10927080" cy="43891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313432"/>
            <a:ext cx="73152" cy="43891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47802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content_id PK, title, genre, category, rating, year, 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98064"/>
            <a:ext cx="10927080" cy="43891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798064"/>
            <a:ext cx="73152" cy="438912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96265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SUBSCRIPTION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56432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subscription_id PK, user_id FK, plan_id FK, start_date, expiry_date,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82696"/>
            <a:ext cx="10927080" cy="43891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282696"/>
            <a:ext cx="73152" cy="43891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44728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41064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plan_id PK, plan_name, price, device_limit, 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67328"/>
            <a:ext cx="10927080" cy="43891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767328"/>
            <a:ext cx="73152" cy="438912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931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WATCHLIST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25696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watchlist_id PK, user_id FK, content_id FK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251960"/>
            <a:ext cx="10927080" cy="43891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4251960"/>
            <a:ext cx="73152" cy="43891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416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WATCH_HISTORY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10328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history_id PK, user_id FK, content_id FK, progress, watched_date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736592"/>
            <a:ext cx="10927080" cy="43891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736592"/>
            <a:ext cx="73152" cy="438912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90118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PREFERENCE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94960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preference_id PK, user_id FK, genre, content_type, language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221224"/>
            <a:ext cx="10927080" cy="43891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5221224"/>
            <a:ext cx="73152" cy="43891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38581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NOTIFICATION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879592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notification_id PK, user_id FK, type, message, read_status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705856"/>
            <a:ext cx="10927080" cy="43891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5705856"/>
            <a:ext cx="73152" cy="438912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58704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TRANSACTION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6364224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transaction_id PK, user_id FK, plan_id FK, date, amount,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12. Sample Database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Use these as sample records when a real database is connected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417320" cy="502920"/>
          </a:xfrm>
          <a:prstGeom prst="rect">
            <a:avLst/>
          </a:prstGeom>
          <a:solidFill>
            <a:srgbClr val="7657FF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9224" y="1399032"/>
            <a:ext cx="1307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EF2FF"/>
                </a:solidFill>
                <a:latin typeface="Arial"/>
              </a:defRPr>
            </a:pPr>
            <a:r>
              <a:t>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325880"/>
            <a:ext cx="914400" cy="502920"/>
          </a:xfrm>
          <a:prstGeom prst="rect">
            <a:avLst/>
          </a:prstGeom>
          <a:solidFill>
            <a:srgbClr val="7657FF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66544" y="1399032"/>
            <a:ext cx="804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EF2FF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79" y="1325880"/>
            <a:ext cx="2057400" cy="502920"/>
          </a:xfrm>
          <a:prstGeom prst="rect">
            <a:avLst/>
          </a:prstGeom>
          <a:solidFill>
            <a:srgbClr val="7657FF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80944" y="1399032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EF2FF"/>
                </a:solidFill>
                <a:latin typeface="Arial"/>
              </a:defRPr>
            </a:pPr>
            <a:r>
              <a:t>User/Content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25880"/>
            <a:ext cx="3657600" cy="502920"/>
          </a:xfrm>
          <a:prstGeom prst="rect">
            <a:avLst/>
          </a:prstGeom>
          <a:solidFill>
            <a:srgbClr val="7657FF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38344" y="1399032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EF2FF"/>
                </a:solidFill>
                <a:latin typeface="Arial"/>
              </a:defRPr>
            </a:pPr>
            <a:r>
              <a:t>Key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1325880"/>
            <a:ext cx="2834640" cy="502920"/>
          </a:xfrm>
          <a:prstGeom prst="rect">
            <a:avLst/>
          </a:prstGeom>
          <a:solidFill>
            <a:srgbClr val="7657FF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95944" y="1399032"/>
            <a:ext cx="2724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EF2FF"/>
                </a:solidFill>
                <a:latin typeface="Arial"/>
              </a:defRPr>
            </a:pPr>
            <a:r>
              <a:t>Status / 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856231"/>
            <a:ext cx="141732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" y="1929384"/>
            <a:ext cx="1307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F2FF"/>
                </a:solidFill>
                <a:latin typeface="Arial"/>
              </a:defRPr>
            </a:pPr>
            <a:r>
              <a:t>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1856231"/>
            <a:ext cx="914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66544" y="1929384"/>
            <a:ext cx="804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79" y="1856231"/>
            <a:ext cx="2057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80944" y="1929384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1856231"/>
            <a:ext cx="36576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38344" y="1929384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user@streamease.com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856231"/>
            <a:ext cx="283464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95944" y="1929384"/>
            <a:ext cx="2724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+91 90000 00000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386584"/>
            <a:ext cx="141732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" y="2459736"/>
            <a:ext cx="1307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F2FF"/>
                </a:solidFill>
                <a:latin typeface="Arial"/>
              </a:defRPr>
            </a:pPr>
            <a:r>
              <a:t>CONTENT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2386584"/>
            <a:ext cx="914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66544" y="2459736"/>
            <a:ext cx="804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79" y="2386584"/>
            <a:ext cx="2057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80944" y="2459736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RRR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2386584"/>
            <a:ext cx="36576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38344" y="2459736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Action, Drama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1080" y="2386584"/>
            <a:ext cx="283464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95944" y="2459736"/>
            <a:ext cx="2724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4.8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916935"/>
            <a:ext cx="141732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" y="2990087"/>
            <a:ext cx="1307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F2FF"/>
                </a:solidFill>
                <a:latin typeface="Arial"/>
              </a:defRPr>
            </a:pPr>
            <a:r>
              <a:t>CONTENT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2916935"/>
            <a:ext cx="914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66544" y="2990087"/>
            <a:ext cx="804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79" y="2916935"/>
            <a:ext cx="2057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80944" y="2990087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Sita Ramam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2916935"/>
            <a:ext cx="36576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38344" y="2990087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Romance, Drama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41080" y="2916935"/>
            <a:ext cx="283464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95944" y="2990087"/>
            <a:ext cx="2724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4.7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447287"/>
            <a:ext cx="141732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" y="3520439"/>
            <a:ext cx="1307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F2FF"/>
                </a:solidFill>
                <a:latin typeface="Arial"/>
              </a:defRPr>
            </a:pPr>
            <a:r>
              <a:t>SUBSCRIPTION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3447287"/>
            <a:ext cx="914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66544" y="3520439"/>
            <a:ext cx="804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79" y="3447287"/>
            <a:ext cx="2057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80944" y="3520439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80" y="3447287"/>
            <a:ext cx="36576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38344" y="3520439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Premium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41080" y="3447287"/>
            <a:ext cx="283464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95944" y="3520439"/>
            <a:ext cx="2724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977639"/>
            <a:ext cx="141732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" y="4050791"/>
            <a:ext cx="1307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F2FF"/>
                </a:solidFill>
                <a:latin typeface="Arial"/>
              </a:defRPr>
            </a:pPr>
            <a:r>
              <a:t>WATCHLIST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11680" y="3977639"/>
            <a:ext cx="914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066544" y="4050791"/>
            <a:ext cx="804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79" y="3977639"/>
            <a:ext cx="2057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980944" y="4050791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3480" y="3977639"/>
            <a:ext cx="36576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38344" y="4050791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41080" y="3977639"/>
            <a:ext cx="283464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95944" y="4050791"/>
            <a:ext cx="2724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Saved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507992"/>
            <a:ext cx="141732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9224" y="4581144"/>
            <a:ext cx="1307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F2FF"/>
                </a:solidFill>
                <a:latin typeface="Arial"/>
              </a:defRPr>
            </a:pPr>
            <a:r>
              <a:t>HISTORY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11680" y="4507992"/>
            <a:ext cx="914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066544" y="4581144"/>
            <a:ext cx="804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26079" y="4507992"/>
            <a:ext cx="2057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980944" y="4581144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83480" y="4507992"/>
            <a:ext cx="36576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38344" y="4581144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41080" y="4507992"/>
            <a:ext cx="283464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95944" y="4581144"/>
            <a:ext cx="2724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72%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5038344"/>
            <a:ext cx="141732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9224" y="5111496"/>
            <a:ext cx="1307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F2FF"/>
                </a:solidFill>
                <a:latin typeface="Arial"/>
              </a:defRPr>
            </a:pPr>
            <a:r>
              <a:t>PREFERENCE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11680" y="5038344"/>
            <a:ext cx="914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066544" y="5111496"/>
            <a:ext cx="804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26079" y="5038344"/>
            <a:ext cx="2057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980944" y="5111496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83480" y="5038344"/>
            <a:ext cx="36576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38344" y="5111496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Action, Thriller, Romance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41080" y="5038344"/>
            <a:ext cx="283464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695944" y="5111496"/>
            <a:ext cx="2724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Telugu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568696"/>
            <a:ext cx="141732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49224" y="5641848"/>
            <a:ext cx="1307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F2FF"/>
                </a:solidFill>
                <a:latin typeface="Arial"/>
              </a:defRPr>
            </a:pPr>
            <a:r>
              <a:t>NOTIFICATION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11680" y="5568696"/>
            <a:ext cx="914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066544" y="5641848"/>
            <a:ext cx="804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26079" y="5568696"/>
            <a:ext cx="20574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980944" y="5641848"/>
            <a:ext cx="1947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83480" y="5568696"/>
            <a:ext cx="365760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038344" y="5641848"/>
            <a:ext cx="3547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41080" y="5568696"/>
            <a:ext cx="2834640" cy="530352"/>
          </a:xfrm>
          <a:prstGeom prst="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695944" y="5641848"/>
            <a:ext cx="2724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5D1"/>
                </a:solidFill>
                <a:latin typeface="Arial"/>
              </a:defRPr>
            </a:pPr>
            <a:r>
              <a:t>Unread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13. Current Progress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53035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" cy="530352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Authentication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Implemented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698480" cy="53035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73152" cy="530352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8483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Responsive frontend &amp; 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Implemented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10698480" cy="53035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73152" cy="530352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67919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Browse, search, filters &amp; sorting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72968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Implemented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08960"/>
            <a:ext cx="10698480" cy="53035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108960"/>
            <a:ext cx="73152" cy="530352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27355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Watchlist &amp; viewing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67328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Implemented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10698480" cy="53035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703320"/>
            <a:ext cx="73152" cy="530352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867911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Recommendations &amp; time-based finder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61688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Implemented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97680"/>
            <a:ext cx="10698480" cy="53035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297680"/>
            <a:ext cx="73152" cy="530352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46227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Subscription/profile/preferences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56048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Implemented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92040"/>
            <a:ext cx="10698480" cy="53035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4892040"/>
            <a:ext cx="73152" cy="530352"/>
          </a:xfrm>
          <a:prstGeom prst="rect">
            <a:avLst/>
          </a:prstGeom>
          <a:solidFill>
            <a:srgbClr val="FF7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05663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Persistent backend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550408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Not shown in current prototype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486400"/>
            <a:ext cx="10698480" cy="530352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5486400"/>
            <a:ext cx="73152" cy="530352"/>
          </a:xfrm>
          <a:prstGeom prst="rect">
            <a:avLst/>
          </a:prstGeom>
          <a:solidFill>
            <a:srgbClr val="FF7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565099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Real payment gateway / real streaming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6144768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Not implemented; demo interactions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14. Challenges / Issues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Keeping navigation and multiple dashboard modules consistent inside a single-page frontend.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Managing shared frontend state for watchlist, history, preferences and notifications.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Designing recommendation ranking from multiple signals such as rating, genre, mood and viewing history.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Making the interface responsive for desktop, tablet and mobile screen sizes.</a:t>
            </a:r>
          </a:p>
          <a:p>
            <a:pPr>
              <a:spcAft>
                <a:spcPts val="1200"/>
              </a:spcAft>
              <a:defRPr sz="2100">
                <a:solidFill>
                  <a:srgbClr val="EEF2FF"/>
                </a:solidFill>
                <a:latin typeface="Arial"/>
              </a:defRPr>
            </a:pPr>
            <a:r>
              <a:t>• Current limitation: data and account actions are demo/frontend state; persistence and secure authentication require backend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F"/>
                </a:solidFill>
                <a:latin typeface="Arial"/>
              </a:defRPr>
            </a:pPr>
            <a:r>
              <a:t>15. Future Work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303520" cy="34747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73152" cy="347472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4892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• Connect a persistent SQL/NoSQL database</a:t>
            </a:r>
            <a:br/>
            <a:r>
              <a:t>• Implement secure backend authentication</a:t>
            </a:r>
            <a:br/>
            <a:r>
              <a:t>• Store users, preferences, watchlist and history persistently</a:t>
            </a:r>
            <a:br/>
            <a:r>
              <a:t>• Add real subscription/payment integration</a:t>
            </a:r>
            <a:br/>
            <a:r>
              <a:t>• Integrate real content/catalog APIs</a:t>
            </a:r>
            <a:br/>
            <a:r>
              <a:t>• Improve recommendation model with usage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303520" cy="3474720"/>
          </a:xfrm>
          <a:prstGeom prst="roundRect">
            <a:avLst/>
          </a:prstGeom>
          <a:solidFill>
            <a:srgbClr val="11182A"/>
          </a:solidFill>
          <a:ln>
            <a:solidFill>
              <a:srgbClr val="29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73152" cy="3474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90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EF2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84248"/>
            <a:ext cx="4892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5D1"/>
                </a:solidFill>
                <a:latin typeface="Arial"/>
              </a:defRPr>
            </a:pPr>
            <a:r>
              <a:t>• StreamEase provides a centralized self-service entertainment experience.</a:t>
            </a:r>
            <a:br/>
            <a:r>
              <a:t>• The current prototype demonstrates major frontend flows and interactions.</a:t>
            </a:r>
            <a:br/>
            <a:r>
              <a:t>• The design is modular and responsive.</a:t>
            </a:r>
            <a:br/>
            <a:r>
              <a:t>• The next step is connecting the prototype to a secure backend and persistent database.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EF2FF"/>
                </a:solidFill>
                <a:latin typeface="Arial"/>
              </a:defRPr>
            </a:pPr>
            <a:r>
              <a:t>• Review 2 focus: demonstrate the working UI, interactions, ER model and current implementation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B5D1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10</cp:revision>
  <dcterms:created xsi:type="dcterms:W3CDTF">2013-01-27T09:14:16Z</dcterms:created>
  <dcterms:modified xsi:type="dcterms:W3CDTF">2026-10-01T08:27:51Z</dcterms:modified>
  <cp:category/>
</cp:coreProperties>
</file>